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Weather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8BDF8"/>
                </a:solidFill>
              </a:rPr>
              <a:t>Architecture  ·  Technologies  · 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Next.js  ·  TanStack Query  ·  shadcn/ui  ·  Tailwind CSS  · 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828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99032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83080"/>
            <a:ext cx="32369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App Router · React 19 · Server Components · Server Functions ('use server')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7368" y="123444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399032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783080"/>
            <a:ext cx="32369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Strict mode · end-to-end type safety from server actions to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8976" y="1234440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1399032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TanStack Query v5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1783080"/>
            <a:ext cx="32369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Client-side server state · caching · background refetch · staleTime tuning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10128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4747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shadcn/ui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858768"/>
            <a:ext cx="32369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Pre-built accessible component primitives · customised via className + cn()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7368" y="3310128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34747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Tailwind CSS v4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858768"/>
            <a:ext cx="32369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Utility-first styling · PostCSS pipeline · no custom CSS primitives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8976" y="3310128"/>
            <a:ext cx="3566160" cy="1920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347472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Vitest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858768"/>
            <a:ext cx="323697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Unit &amp; integration tests · fetch mocking · runs in Node without a browser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828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Server-first rendering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6420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Pages are Server Components by default. 'use client' is added only for
interactive islands — kept small and deep in the tree.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API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4436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All backend logic lives in 'use server' functions. No route handlers,
no fetch boilerplate — server functions are the only door to the backend.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58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 useEffect for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2452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TanStack Query replaces every data-fetching useEffect.
useEffect is reserved for non-React external systems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66360"/>
            <a:ext cx="50292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389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Single source of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50468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Server data lives in TanStack Query cache. URL/nav state in searchParams.
Local UI state in useState. Nothing is duplicated.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828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8288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298448"/>
            <a:ext cx="9052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Search box (controlled useState) → debounced 300 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847088"/>
            <a:ext cx="54864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75688"/>
            <a:ext cx="18288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03704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TanStack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185416"/>
            <a:ext cx="9052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useQuery fires searchLocations() when debounced ≥ 2 chars
queryKey: ['geocode', debounced]  ·  staleTime: 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89888" y="2734056"/>
            <a:ext cx="54864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62656"/>
            <a:ext cx="18288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9067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Server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072384"/>
            <a:ext cx="9052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'use server' geocode.ts  —  routes ZIP (3–5 digits) or city name
Calls Census TIGERweb REST API · sanitises input · ranks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89888" y="3621024"/>
            <a:ext cx="54864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49624"/>
            <a:ext cx="18288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77640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Response &amp; 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59352"/>
            <a:ext cx="9052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Up to 8 GeocodeMatch objects returned and cached by TanStack Query
Dropdown rendered; user selects → weather query fires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9888" y="4507992"/>
            <a:ext cx="54864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736592"/>
            <a:ext cx="1828800" cy="6583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64608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Weather Display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846320"/>
            <a:ext cx="9052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Coordinates passed to weather server action
Current conditions · hourly forecast · 7-day daily forecast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Testing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828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Framework:  Vitest 4  (ESM-native, TypeScript, no browser required)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Test file:  src/app/actions/__tests__/geocode.test.ts  —  10 tests, 3 suites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566160" cy="4206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ZIP code search  (6 tests)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5-digit ZIP → ZCTA Census layer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36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3-digit prefix → WHERE clause contains LIKE '900%'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667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4-digit prefix routes correctly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970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Enriched label: 'San Francisco, CA (94102)'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Fallback label: 'ZIP 99999' when reverse lookup returns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API failure returns [] gracefully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011680"/>
            <a:ext cx="3566160" cy="4206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121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City routing  (2 tests)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City name does NOT hit the ZCTA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36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1-char query returns [] without calling fetch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3566160" cy="4206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21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Input sanitization  (2 tests)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06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Empty string returns [] without calling fetch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363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 SQL injection payload stripped from WHERE clause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828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Server Functions over API 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Keeps the backend surface area tiny. No extra file, no HTTP verb to reason about.
Direct TypeScript call — compiler catches mismatches end-to-end.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04872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Census TIGERweb for geocoding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1518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Free, no API key, US-only scope fits the app. ZIP centroid lookup + reverse
place-name enrichment avoids a paid geocoding service.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83864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467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Debounced query (300 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94176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Prevents a Census API call on every keystroke. staleTime 5 min means repeated
searches for the same prefix are served from cache.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62856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256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SQL-injection sanitization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73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TIGERweb uses a WHERE clause in the URL. Input is stripped of non-alphanumeric
chars and single-quotes are escaped before interpolation.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41848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046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Vitest over Jest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ESM-native — no babel transform needed for TypeScript or Next.js imports.
'use server' directive is handled transparently; tests run in milliseconds.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